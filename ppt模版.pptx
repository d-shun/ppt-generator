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6"/>
  </p:handoutMasterIdLst>
  <p:sldIdLst>
    <p:sldId id="983" r:id="rId4"/>
  </p:sldIdLst>
  <p:sldSz cx="10691495" cy="7559675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5" userDrawn="1">
          <p15:clr>
            <a:srgbClr val="A4A3A4"/>
          </p15:clr>
        </p15:guide>
        <p15:guide id="2" pos="33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5E24"/>
    <a:srgbClr val="E17584"/>
    <a:srgbClr val="FCD861"/>
    <a:srgbClr val="FCDA79"/>
    <a:srgbClr val="F25426"/>
    <a:srgbClr val="D29AB0"/>
    <a:srgbClr val="FEFEFE"/>
    <a:srgbClr val="FBA1D9"/>
    <a:srgbClr val="E7768A"/>
    <a:srgbClr val="F9D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0" d="100"/>
          <a:sy n="70" d="100"/>
        </p:scale>
        <p:origin x="533" y="576"/>
      </p:cViewPr>
      <p:guideLst>
        <p:guide orient="horz" pos="2425"/>
        <p:guide pos="33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gs" Target="tags/tag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686" y="1143000"/>
            <a:ext cx="4364627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svg"/><Relationship Id="rId8" Type="http://schemas.openxmlformats.org/officeDocument/2006/relationships/image" Target="../media/image6.png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五一ppt234u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45" y="0"/>
            <a:ext cx="10687050" cy="755967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33548" y="921502"/>
            <a:ext cx="9619643" cy="777827"/>
          </a:xfrm>
        </p:spPr>
        <p:txBody>
          <a:bodyPr/>
          <a:lstStyle>
            <a:lvl1pPr>
              <a:defRPr sz="3085" b="1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533400" y="1950085"/>
            <a:ext cx="4812665" cy="5132705"/>
          </a:xfrm>
        </p:spPr>
        <p:txBody>
          <a:bodyPr/>
          <a:lstStyle>
            <a:lvl1pPr marL="0" indent="0">
              <a:buNone/>
              <a:defRPr sz="1765">
                <a:latin typeface="Microsoft YaHei Regular" panose="020B0503020204020204" charset="-122"/>
                <a:ea typeface="Microsoft YaHei Regular" panose="020B0503020204020204" charset="-122"/>
              </a:defRPr>
            </a:lvl1pPr>
            <a:lvl2pPr marL="504190" indent="0">
              <a:buNone/>
              <a:defRPr sz="1765">
                <a:latin typeface="Microsoft YaHei Regular" panose="020B0503020204020204" charset="-122"/>
                <a:ea typeface="Microsoft YaHei Regular" panose="020B0503020204020204" charset="-122"/>
              </a:defRPr>
            </a:lvl2pPr>
            <a:lvl3pPr marL="1007745" indent="0">
              <a:buNone/>
              <a:defRPr sz="1765">
                <a:latin typeface="Microsoft YaHei Regular" panose="020B0503020204020204" charset="-122"/>
                <a:ea typeface="Microsoft YaHei Regular" panose="020B0503020204020204" charset="-122"/>
              </a:defRPr>
            </a:lvl3pPr>
            <a:lvl4pPr marL="1511935" indent="0">
              <a:buNone/>
              <a:defRPr sz="1765">
                <a:latin typeface="Microsoft YaHei Regular" panose="020B0503020204020204" charset="-122"/>
                <a:ea typeface="Microsoft YaHei Regular" panose="020B0503020204020204" charset="-122"/>
              </a:defRPr>
            </a:lvl4pPr>
            <a:lvl5pPr marL="2016125" indent="0">
              <a:buNone/>
              <a:defRPr sz="1765">
                <a:latin typeface="Microsoft YaHei Regular" panose="020B0503020204020204" charset="-122"/>
                <a:ea typeface="Microsoft YaHei Regular" panose="020B0503020204020204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idx="13"/>
            <p:custDataLst>
              <p:tags r:id="rId3"/>
            </p:custDataLst>
          </p:nvPr>
        </p:nvSpPr>
        <p:spPr>
          <a:xfrm>
            <a:off x="5476240" y="1950085"/>
            <a:ext cx="4589145" cy="427101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765"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pPr lvl="0"/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601518" y="6535156"/>
            <a:ext cx="4435273" cy="422119"/>
            <a:chOff x="1073" y="2335"/>
            <a:chExt cx="8249" cy="785"/>
          </a:xfrm>
        </p:grpSpPr>
        <p:pic>
          <p:nvPicPr>
            <p:cNvPr id="18" name="图片 17" descr="快递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3" y="2449"/>
              <a:ext cx="671" cy="671"/>
            </a:xfrm>
            <a:prstGeom prst="rect">
              <a:avLst/>
            </a:prstGeom>
          </p:spPr>
        </p:pic>
        <p:pic>
          <p:nvPicPr>
            <p:cNvPr id="19" name="图片 18" descr="特价"/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71" y="2449"/>
              <a:ext cx="670" cy="671"/>
            </a:xfrm>
            <a:prstGeom prst="rect">
              <a:avLst/>
            </a:prstGeom>
          </p:spPr>
        </p:pic>
        <p:pic>
          <p:nvPicPr>
            <p:cNvPr id="9" name="图片 8" descr="地图"/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868" y="2449"/>
              <a:ext cx="671" cy="671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 userDrawn="1"/>
          </p:nvSpPr>
          <p:spPr>
            <a:xfrm>
              <a:off x="1786" y="2357"/>
              <a:ext cx="1729" cy="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快递公司</a:t>
              </a:r>
              <a:endParaRPr lang="zh-CN" altLang="en-US" sz="100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4644" y="2335"/>
              <a:ext cx="1729" cy="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包裹数量</a:t>
              </a:r>
              <a:endParaRPr lang="zh-CN" altLang="en-US" sz="100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2" name="文本框 11"/>
            <p:cNvSpPr txBox="1"/>
            <p:nvPr userDrawn="1"/>
          </p:nvSpPr>
          <p:spPr>
            <a:xfrm>
              <a:off x="7593" y="2335"/>
              <a:ext cx="1729" cy="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发货地</a:t>
              </a:r>
              <a:endParaRPr lang="zh-CN" altLang="en-US" sz="100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defTabSz="1007745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52095" indent="-252095" algn="l" defTabSz="1007745" rtl="0" eaLnBrk="1" latinLnBrk="0" hangingPunct="1">
        <a:lnSpc>
          <a:spcPct val="90000"/>
        </a:lnSpc>
        <a:spcBef>
          <a:spcPct val="221000"/>
        </a:spcBef>
        <a:buFont typeface="Arial" panose="020B0704020202090204" pitchFamily="34" charset="0"/>
        <a:buChar char="•"/>
        <a:defRPr sz="308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5628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90204" pitchFamily="34" charset="0"/>
        <a:buChar char="•"/>
        <a:defRPr sz="264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984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90204" pitchFamily="34" charset="0"/>
        <a:buChar char="•"/>
        <a:defRPr sz="220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403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90204" pitchFamily="34" charset="0"/>
        <a:buChar char="•"/>
        <a:defRPr sz="198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822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90204" pitchFamily="34" charset="0"/>
        <a:buChar char="•"/>
        <a:defRPr sz="198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77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9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596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9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15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9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371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9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25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33522" y="670648"/>
            <a:ext cx="9619189" cy="77779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533522" y="1642890"/>
            <a:ext cx="9619189" cy="524613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536679" y="6960457"/>
            <a:ext cx="2367703" cy="349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4"/>
            </p:custDataLst>
          </p:nvPr>
        </p:nvSpPr>
        <p:spPr>
          <a:xfrm>
            <a:off x="3609432" y="6960457"/>
            <a:ext cx="3472631" cy="349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7785008" y="6960457"/>
            <a:ext cx="2367703" cy="349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6"/>
    </p:custData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802005" rtl="0" eaLnBrk="1" fontAlgn="auto" latinLnBrk="0" hangingPunct="1">
        <a:lnSpc>
          <a:spcPct val="100000"/>
        </a:lnSpc>
        <a:spcBef>
          <a:spcPct val="0"/>
        </a:spcBef>
        <a:buNone/>
        <a:defRPr sz="315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00660" indent="-200660" algn="l" defTabSz="80200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90204" pitchFamily="34" charset="0"/>
        <a:buChar char="●"/>
        <a:defRPr sz="15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01345" indent="-200660" algn="l" defTabSz="80200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90204" pitchFamily="34" charset="0"/>
        <a:buChar char="●"/>
        <a:tabLst>
          <a:tab pos="1411605" algn="l"/>
          <a:tab pos="1411605" algn="l"/>
          <a:tab pos="1411605" algn="l"/>
          <a:tab pos="1411605" algn="l"/>
        </a:tabLst>
        <a:defRPr sz="14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002030" indent="-200660" algn="l" defTabSz="80200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90204" pitchFamily="34" charset="0"/>
        <a:buChar char="●"/>
        <a:defRPr sz="14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403350" indent="-200660" algn="l" defTabSz="80200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23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804035" indent="-200660" algn="l" defTabSz="80200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90204" pitchFamily="34" charset="0"/>
        <a:buChar char="•"/>
        <a:defRPr sz="123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205355" indent="-200660" algn="l" defTabSz="802005" rtl="0" eaLnBrk="1" latinLnBrk="0" hangingPunct="1">
        <a:lnSpc>
          <a:spcPct val="90000"/>
        </a:lnSpc>
        <a:spcBef>
          <a:spcPct val="88000"/>
        </a:spcBef>
        <a:buFont typeface="Arial" panose="020B070402020209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6pPr>
      <a:lvl7pPr marL="2606040" indent="-200660" algn="l" defTabSz="802005" rtl="0" eaLnBrk="1" latinLnBrk="0" hangingPunct="1">
        <a:lnSpc>
          <a:spcPct val="90000"/>
        </a:lnSpc>
        <a:spcBef>
          <a:spcPct val="88000"/>
        </a:spcBef>
        <a:buFont typeface="Arial" panose="020B070402020209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7pPr>
      <a:lvl8pPr marL="3006725" indent="-200660" algn="l" defTabSz="802005" rtl="0" eaLnBrk="1" latinLnBrk="0" hangingPunct="1">
        <a:lnSpc>
          <a:spcPct val="90000"/>
        </a:lnSpc>
        <a:spcBef>
          <a:spcPct val="88000"/>
        </a:spcBef>
        <a:buFont typeface="Arial" panose="020B070402020209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8pPr>
      <a:lvl9pPr marL="3408045" indent="-200660" algn="l" defTabSz="802005" rtl="0" eaLnBrk="1" latinLnBrk="0" hangingPunct="1">
        <a:lnSpc>
          <a:spcPct val="90000"/>
        </a:lnSpc>
        <a:spcBef>
          <a:spcPct val="88000"/>
        </a:spcBef>
        <a:buFont typeface="Arial" panose="020B070402020209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1pPr>
      <a:lvl2pPr marL="40068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2pPr>
      <a:lvl3pPr marL="80200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3pPr>
      <a:lvl4pPr marL="120269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4pPr>
      <a:lvl5pPr marL="160401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5pPr>
      <a:lvl6pPr marL="200469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6pPr>
      <a:lvl7pPr marL="240538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7pPr>
      <a:lvl8pPr marL="280670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8pPr>
      <a:lvl9pPr marL="320738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61390" y="1244600"/>
            <a:ext cx="8747125" cy="532130"/>
          </a:xfrm>
        </p:spPr>
        <p:txBody>
          <a:bodyPr/>
          <a:p>
            <a:r>
              <a:rPr lang="zh-CN" altLang="en-US" sz="2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商品名称微软雅黑加粗</a:t>
            </a:r>
            <a:r>
              <a:rPr lang="en-US" altLang="zh-CN" sz="2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24</a:t>
            </a:r>
            <a:r>
              <a:rPr lang="zh-CN" altLang="en-US" sz="2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号字体</a:t>
            </a:r>
            <a:endParaRPr lang="zh-CN" altLang="en-US" sz="24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82040" y="1932940"/>
            <a:ext cx="438023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如水顺顺利利礼盒2055</a:t>
            </a:r>
            <a:r>
              <a:rPr lang="en-US" altLang="zh-CN" sz="1600" b="1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g</a:t>
            </a:r>
            <a:endParaRPr lang="en-US" altLang="zh-CN" sz="1600" b="1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lang="zh-CN" altLang="en-US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如水开心果350</a:t>
            </a:r>
            <a:r>
              <a:rPr lang="en-US" altLang="zh-CN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g</a:t>
            </a:r>
            <a:endParaRPr lang="en-US" altLang="zh-CN" sz="16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lang="zh-CN" altLang="en-US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如水紫皮腰果360</a:t>
            </a:r>
            <a:r>
              <a:rPr lang="en-US" altLang="zh-CN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g</a:t>
            </a:r>
            <a:endParaRPr lang="en-US" altLang="zh-CN" sz="16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lang="zh-CN" altLang="en-US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如水夏威夷果380</a:t>
            </a:r>
            <a:r>
              <a:rPr lang="en-US" altLang="zh-CN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g</a:t>
            </a:r>
            <a:endParaRPr lang="en-US" altLang="zh-CN" sz="16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lang="zh-CN" altLang="en-US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如水琥珀核桃仁345</a:t>
            </a:r>
            <a:r>
              <a:rPr lang="en-US" altLang="zh-CN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g</a:t>
            </a:r>
            <a:endParaRPr lang="en-US" altLang="zh-CN" sz="16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lang="zh-CN" altLang="en-US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如水碧根果330</a:t>
            </a:r>
            <a:r>
              <a:rPr lang="en-US" altLang="zh-CN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g</a:t>
            </a:r>
            <a:endParaRPr lang="en-US" altLang="zh-CN" sz="16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lang="zh-CN" altLang="en-US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如水巴旦木290</a:t>
            </a:r>
            <a:r>
              <a:rPr lang="en-US" altLang="zh-CN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g</a:t>
            </a:r>
            <a:endParaRPr lang="en-US" altLang="zh-CN" sz="16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lang="zh-CN" altLang="en-US" sz="1600" b="1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官栈开门红花胶燕窝礼盒1066</a:t>
            </a:r>
            <a:r>
              <a:rPr lang="en-US" altLang="zh-CN" sz="1600" b="1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g</a:t>
            </a:r>
            <a:endParaRPr lang="en-US" altLang="zh-CN" sz="1600" b="1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lang="zh-CN" altLang="en-US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猴头菇芡实燕窝粥252</a:t>
            </a:r>
            <a:r>
              <a:rPr lang="en-US" altLang="zh-CN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g*3</a:t>
            </a:r>
            <a:endParaRPr lang="en-US" altLang="zh-CN" sz="16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lang="zh-CN" altLang="en-US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金蝶胶港式椰香银耳花胶羹150</a:t>
            </a:r>
            <a:r>
              <a:rPr lang="en-US" altLang="zh-CN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g</a:t>
            </a:r>
            <a:endParaRPr lang="en-US" altLang="zh-CN" sz="16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lang="zh-CN" altLang="en-US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金蝶胶每日胶原蜜桃奇异果40</a:t>
            </a:r>
            <a:r>
              <a:rPr lang="en-US" altLang="zh-CN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g*2</a:t>
            </a:r>
            <a:endParaRPr lang="en-US" altLang="zh-CN" sz="16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lang="zh-CN" altLang="en-US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金蝶胶每日胶原针叶樱桃40</a:t>
            </a:r>
            <a:r>
              <a:rPr lang="en-US" altLang="zh-CN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g*2</a:t>
            </a:r>
            <a:endParaRPr lang="en-US" altLang="zh-CN" sz="16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lang="zh-CN" altLang="en-US" sz="1600" b="1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附赠定制金属勺</a:t>
            </a:r>
            <a:endParaRPr lang="zh-CN" altLang="en-US" sz="1600" b="1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lang="en-US" altLang="zh-CN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（</a:t>
            </a:r>
            <a:r>
              <a:rPr lang="zh-CN" altLang="en-US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微软雅黑</a:t>
            </a:r>
            <a:r>
              <a:rPr lang="en-US" altLang="zh-CN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16</a:t>
            </a:r>
            <a:r>
              <a:rPr lang="zh-CN" altLang="en-US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号字</a:t>
            </a:r>
            <a:r>
              <a:rPr lang="en-US" altLang="zh-CN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</a:t>
            </a:r>
            <a:r>
              <a:rPr lang="zh-CN" altLang="en-US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需要跟随表格内有加粗的</a:t>
            </a:r>
            <a:r>
              <a:rPr lang="zh-CN" altLang="en-US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这边同步加粗</a:t>
            </a:r>
            <a:r>
              <a:rPr lang="en-US" altLang="zh-CN" sz="16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</a:t>
            </a:r>
            <a:endParaRPr lang="en-US" altLang="zh-CN" sz="16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303" name="ID_CA8C364E59504BB5A9254E26320B57A6" descr="0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575" y="1788160"/>
            <a:ext cx="3561715" cy="35617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602855" y="6751955"/>
            <a:ext cx="8597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2</a:t>
            </a:r>
            <a:endParaRPr lang="en-US" sz="1200"/>
          </a:p>
        </p:txBody>
      </p:sp>
      <p:sp>
        <p:nvSpPr>
          <p:cNvPr id="6" name="文本框 5"/>
          <p:cNvSpPr txBox="1"/>
          <p:nvPr/>
        </p:nvSpPr>
        <p:spPr>
          <a:xfrm>
            <a:off x="6065520" y="6751955"/>
            <a:ext cx="8597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顺丰</a:t>
            </a:r>
            <a:r>
              <a:rPr lang="en-US" altLang="zh-CN" sz="1200"/>
              <a:t>/</a:t>
            </a:r>
            <a:r>
              <a:rPr lang="zh-CN" altLang="en-US" sz="1200"/>
              <a:t>申通</a:t>
            </a:r>
            <a:endParaRPr lang="zh-CN" altLang="en-US" sz="1200"/>
          </a:p>
        </p:txBody>
      </p:sp>
      <p:sp>
        <p:nvSpPr>
          <p:cNvPr id="7" name="文本框 6"/>
          <p:cNvSpPr txBox="1"/>
          <p:nvPr/>
        </p:nvSpPr>
        <p:spPr>
          <a:xfrm>
            <a:off x="9161780" y="6751955"/>
            <a:ext cx="8597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北京</a:t>
            </a:r>
            <a:endParaRPr lang="zh-CN" altLang="en-US" sz="1200"/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953770" y="937260"/>
            <a:ext cx="2973705" cy="367030"/>
          </a:xfrm>
        </p:spPr>
        <p:txBody>
          <a:bodyPr/>
          <a:lstStyle>
            <a:lvl1pPr algn="l" defTabSz="1007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1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D098821</a:t>
            </a:r>
            <a:r>
              <a:rPr lang="zh-CN" altLang="en-US" sz="1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微软雅黑</a:t>
            </a:r>
            <a:r>
              <a:rPr lang="en-US" altLang="zh-CN" sz="1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14</a:t>
            </a:r>
            <a:r>
              <a:rPr lang="zh-CN" altLang="en-US" sz="1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号</a:t>
            </a:r>
            <a:r>
              <a:rPr lang="zh-CN" altLang="en-US" sz="1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字</a:t>
            </a:r>
            <a:endParaRPr lang="zh-CN" altLang="en-US" sz="14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p="http://schemas.openxmlformats.org/presentationml/2006/main">
  <p:tag name="resource_record_key" val="{&quot;10&quot;:[4523837,4531765,20254779],&quot;70&quot;:[3429169],&quot;8&quot;:[20476842,50052901,20476814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WPS 表格</Application>
  <PresentationFormat>宽屏</PresentationFormat>
  <Paragraphs>25</Paragraphs>
  <Slides>1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Microsoft YaHei Regular</vt:lpstr>
      <vt:lpstr>Wingdings</vt:lpstr>
      <vt:lpstr>方正小标宋简体</vt:lpstr>
      <vt:lpstr>Alibaba PuHuiTi 2.0 95 ExtraBold</vt:lpstr>
      <vt:lpstr>Alibaba PuHuiTi 2.0 75 SemiBold</vt:lpstr>
      <vt:lpstr>苹方-简</vt:lpstr>
      <vt:lpstr>Arial Unicode MS</vt:lpstr>
      <vt:lpstr>Microsoft YaHei</vt:lpstr>
      <vt:lpstr>Alibaba PuHuiTi 2.0 35 Thin</vt:lpstr>
      <vt:lpstr>Office 主题​​</vt:lpstr>
      <vt:lpstr>自定义设计方案</vt:lpstr>
      <vt:lpstr>商品名称微软雅黑加粗24号字体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sun sun</dc:creator>
  <cp:lastModifiedBy>WPS_1495071628</cp:lastModifiedBy>
  <cp:revision>193</cp:revision>
  <dcterms:created xsi:type="dcterms:W3CDTF">2026-06-15T09:25:13Z</dcterms:created>
  <dcterms:modified xsi:type="dcterms:W3CDTF">2026-06-15T09:25:13Z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0A82E84CA7B5741821B06C680C9C1B7C_43</vt:lpwstr>
  </property>
  <property fmtid="{D5CDD505-2E9C-101B-9397-08002B2CF9AE}" pid="3" name="KSOProductBuildVer">
    <vt:lpwstr>2052-12.1.25895.25895</vt:lpwstr>
  </property>
</Properties>
</file>